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Research Summarizer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Advanced NLP System for Scientific Literature</a:t>
            </a:r>
          </a:p>
          <a:p/>
          <a:p>
            <a:r>
              <a:t>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Information Overload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Exponential growth in scientific publications makes it impossible to keep up.</a:t>
            </a:r>
          </a:p>
          <a:p>
            <a:pPr>
              <a:spcAft>
                <a:spcPts val="1000"/>
              </a:spcAft>
              <a:defRPr sz="2000"/>
            </a:pPr>
            <a:r>
              <a:t>Technical density of papers creates a high barrier to entry for students.</a:t>
            </a:r>
          </a:p>
          <a:p>
            <a:pPr>
              <a:spcAft>
                <a:spcPts val="1000"/>
              </a:spcAft>
              <a:defRPr sz="2000"/>
            </a:pPr>
            <a:r>
              <a:t>Existing tools are either too generic (ChatGPT) or too simple (keyword matching).</a:t>
            </a:r>
          </a:p>
          <a:p>
            <a:pPr>
              <a:spcAft>
                <a:spcPts val="1000"/>
              </a:spcAft>
              <a:defRPr sz="2000"/>
            </a:pPr>
            <a:r>
              <a:t>Need for a system that understands structure (Methods, Results) not just words.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Develop an automatic summarization system tailored for research papers.</a:t>
            </a:r>
          </a:p>
          <a:p>
            <a:pPr>
              <a:spcAft>
                <a:spcPts val="1000"/>
              </a:spcAft>
              <a:defRPr sz="2000"/>
            </a:pPr>
            <a:r>
              <a:t>Handle long documents (10k+ tokens) via Section-Aware Preprocessing and Longformer models.</a:t>
            </a:r>
          </a:p>
          <a:p>
            <a:pPr>
              <a:spcAft>
                <a:spcPts val="1000"/>
              </a:spcAft>
              <a:defRPr sz="2000"/>
            </a:pPr>
            <a:r>
              <a:t>Implement 'Serious NLP': ROUGE metric evaluation and hybrid extraction strategies.</a:t>
            </a:r>
          </a:p>
          <a:p>
            <a:pPr>
              <a:spcAft>
                <a:spcPts val="1000"/>
              </a:spcAft>
              <a:defRPr sz="2000"/>
            </a:pPr>
            <a:r>
              <a:t>Create a premium, research-grade user experience (Markdown/DOCX exports).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End-to-End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1. Ingestion: Automatic fetching from arXiv IDs or PDF uploads.</a:t>
            </a:r>
          </a:p>
          <a:p>
            <a:pPr>
              <a:spcAft>
                <a:spcPts val="1000"/>
              </a:spcAft>
              <a:defRPr sz="2000"/>
            </a:pPr>
            <a:r>
              <a:t>2. Preprocessing: Regex-based cleaning and Section Identification (Intro vs Methods).</a:t>
            </a:r>
          </a:p>
          <a:p>
            <a:pPr>
              <a:spcAft>
                <a:spcPts val="1000"/>
              </a:spcAft>
              <a:defRPr sz="2000"/>
            </a:pPr>
            <a:r>
              <a:t>3. Extractive Summarization: TF-IDF ranking to identify key sentences as a baseline.</a:t>
            </a:r>
          </a:p>
          <a:p>
            <a:pPr>
              <a:spcAft>
                <a:spcPts val="1000"/>
              </a:spcAft>
              <a:defRPr sz="2000"/>
            </a:pPr>
            <a:r>
              <a:t>4. Abstractive Summarization: Using 'Longformer Encoder-Decoder' (LED), a sparse-attention Transformer designed for long texts.</a:t>
            </a:r>
          </a:p>
          <a:p>
            <a:pPr>
              <a:spcAft>
                <a:spcPts val="1000"/>
              </a:spcAft>
              <a:defRPr sz="2000"/>
            </a:pPr>
            <a:r>
              <a:t>5. Evaluation: Automated ROUGE scoring against reference abstracts.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Language: Python 3.10+</a:t>
            </a:r>
          </a:p>
          <a:p>
            <a:pPr>
              <a:spcAft>
                <a:spcPts val="1000"/>
              </a:spcAft>
              <a:defRPr sz="2000"/>
            </a:pPr>
            <a:r>
              <a:t>Model: HuggingFace Transformers (AllenAI LED-base-16384)</a:t>
            </a:r>
          </a:p>
          <a:p>
            <a:pPr>
              <a:spcAft>
                <a:spcPts val="1000"/>
              </a:spcAft>
              <a:defRPr sz="2000"/>
            </a:pPr>
            <a:r>
              <a:t>NLP Libs: NLTK (Tokenization), Scikit-Learn (TF-IDF), ROUGE-Score</a:t>
            </a:r>
          </a:p>
          <a:p>
            <a:pPr>
              <a:spcAft>
                <a:spcPts val="1000"/>
              </a:spcAft>
              <a:defRPr sz="2000"/>
            </a:pPr>
            <a:r>
              <a:t>Interface: Streamlit (Custom CSS Premium UI)</a:t>
            </a:r>
          </a:p>
          <a:p>
            <a:pPr>
              <a:spcAft>
                <a:spcPts val="1000"/>
              </a:spcAft>
              <a:defRPr sz="2000"/>
            </a:pPr>
            <a:r>
              <a:t>Infrastructure: Local-First (Privacy focused, offline capable)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Advantage: Why not just GPT?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Specialization: Trained specifically on scientific discourse, less 'chatty' fluff.</a:t>
            </a:r>
          </a:p>
          <a:p>
            <a:pPr>
              <a:spcAft>
                <a:spcPts val="1000"/>
              </a:spcAft>
              <a:defRPr sz="2000"/>
            </a:pPr>
            <a:r>
              <a:t>Privacy: Runs locally. Critical for confidential R&amp;D or legal documents.</a:t>
            </a:r>
          </a:p>
          <a:p>
            <a:pPr>
              <a:spcAft>
                <a:spcPts val="1000"/>
              </a:spcAft>
              <a:defRPr sz="2000"/>
            </a:pPr>
            <a:r>
              <a:t>Workflow Integration: Batch processing, DOCX export, and structured metadata extraction.</a:t>
            </a:r>
          </a:p>
          <a:p>
            <a:pPr>
              <a:spcAft>
                <a:spcPts val="1000"/>
              </a:spcAft>
              <a:defRPr sz="2000"/>
            </a:pPr>
            <a:r>
              <a:t>Verifiability: Built-in quantitative evaluation (ROUGE scores) to prove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Batch Processing: Summarize 100+ PDFs at once into a CSV review matrix.</a:t>
            </a:r>
          </a:p>
          <a:p>
            <a:pPr>
              <a:spcAft>
                <a:spcPts val="1000"/>
              </a:spcAft>
              <a:defRPr sz="2000"/>
            </a:pPr>
            <a:r>
              <a:t>Q&amp;A Module: RAG (Retrieval Augmented Generation) for chatting with the paper.</a:t>
            </a:r>
          </a:p>
          <a:p>
            <a:pPr>
              <a:spcAft>
                <a:spcPts val="1000"/>
              </a:spcAft>
              <a:defRPr sz="2000"/>
            </a:pPr>
            <a:r>
              <a:t>Citation Graphing: Visualizing connections between references.</a:t>
            </a:r>
          </a:p>
          <a:p>
            <a:pPr>
              <a:spcAft>
                <a:spcPts val="1000"/>
              </a:spcAft>
              <a:defRPr sz="2000"/>
            </a:pPr>
            <a:r>
              <a:t>Fine-tuning: Training the LED model on specific domain data (e.g., BioMedical).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